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22" r:id="rId2"/>
    <p:sldId id="323" r:id="rId3"/>
    <p:sldId id="32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13FE028-0311-45F5-8074-935257618959}">
          <p14:sldIdLst/>
        </p14:section>
        <p14:section name="Untitled Section" id="{90FB42BA-0C4F-4021-B4E6-23CBC492F619}">
          <p14:sldIdLst>
            <p14:sldId id="322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65CE0F-62A2-4062-BEFF-8BF5FCEEF3E9}" type="datetimeFigureOut">
              <a:rPr lang="en-AE" smtClean="0"/>
              <a:t>17/06/2026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B511A3-2E55-4A55-BED6-A4B5A7CD2CE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0624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F5DC5-E8E1-4A4B-A884-6C770968C94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-14583"/>
            <a:ext cx="11338560" cy="1365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&amp; Parameters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A7CFE8-2F3F-45C2-9AF3-CE758D2FF02D}"/>
              </a:ext>
            </a:extLst>
          </p:cNvPr>
          <p:cNvSpPr/>
          <p:nvPr/>
        </p:nvSpPr>
        <p:spPr>
          <a:xfrm>
            <a:off x="180313" y="1166339"/>
            <a:ext cx="87083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4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Function: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reusable block of code defined using the </a:t>
            </a:r>
            <a:r>
              <a:rPr lang="en-US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keyword.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752F44-B56B-40B7-B8A6-F62B9AFECBD1}"/>
              </a:ext>
            </a:extLst>
          </p:cNvPr>
          <p:cNvSpPr/>
          <p:nvPr/>
        </p:nvSpPr>
        <p:spPr>
          <a:xfrm>
            <a:off x="180313" y="1566029"/>
            <a:ext cx="47713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F4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Parameter: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Variable in the function definition</a:t>
            </a:r>
            <a:endParaRPr lang="en-A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C6A883-6C96-431E-9084-4EF9CACBC197}"/>
              </a:ext>
            </a:extLst>
          </p:cNvPr>
          <p:cNvSpPr/>
          <p:nvPr/>
        </p:nvSpPr>
        <p:spPr>
          <a:xfrm>
            <a:off x="180313" y="2008431"/>
            <a:ext cx="4968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F4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Argument: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Actual value passed during the call</a:t>
            </a:r>
            <a:endParaRPr lang="en-AE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800166-060B-4885-AB67-87F92A3E9684}"/>
              </a:ext>
            </a:extLst>
          </p:cNvPr>
          <p:cNvSpPr/>
          <p:nvPr/>
        </p:nvSpPr>
        <p:spPr>
          <a:xfrm>
            <a:off x="461440" y="2759036"/>
            <a:ext cx="4968091" cy="33368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&amp; Example</a:t>
            </a: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BE018F5-57B9-4A7C-993A-B9DEDC1886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22" y="3429000"/>
            <a:ext cx="3954163" cy="249022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2D9A878-D8B3-456A-A25F-6126D491AE0C}"/>
              </a:ext>
            </a:extLst>
          </p:cNvPr>
          <p:cNvSpPr/>
          <p:nvPr/>
        </p:nvSpPr>
        <p:spPr>
          <a:xfrm>
            <a:off x="6491416" y="2883243"/>
            <a:ext cx="4530811" cy="25454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b="1" dirty="0">
                <a:solidFill>
                  <a:srgbClr val="1F4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2000" dirty="0"/>
          </a:p>
          <a:p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avoid code repetition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have zero or more parameters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Arguments passed by position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keyword is mandatory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must be indented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95514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213458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Values &amp; Default Arguments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CB828A-0C7B-43D2-B8A7-A91FAE564E66}"/>
              </a:ext>
            </a:extLst>
          </p:cNvPr>
          <p:cNvSpPr/>
          <p:nvPr/>
        </p:nvSpPr>
        <p:spPr>
          <a:xfrm>
            <a:off x="766839" y="2380460"/>
            <a:ext cx="26130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F4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Values</a:t>
            </a:r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9A29EF-EF9D-4752-8065-59C51406CABD}"/>
              </a:ext>
            </a:extLst>
          </p:cNvPr>
          <p:cNvSpPr/>
          <p:nvPr/>
        </p:nvSpPr>
        <p:spPr>
          <a:xfrm>
            <a:off x="552654" y="3001611"/>
            <a:ext cx="5016843" cy="32912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BCEC0A-1557-453F-AB33-E72D1D373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64" y="3197417"/>
            <a:ext cx="4588475" cy="289960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9E08B3F-81B6-4DEB-92C1-24B0380C6242}"/>
              </a:ext>
            </a:extLst>
          </p:cNvPr>
          <p:cNvSpPr/>
          <p:nvPr/>
        </p:nvSpPr>
        <p:spPr>
          <a:xfrm>
            <a:off x="7109254" y="2380601"/>
            <a:ext cx="29272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1F4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Arguments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B83BA6-8690-4FA3-B3AE-24E7E71FD99D}"/>
              </a:ext>
            </a:extLst>
          </p:cNvPr>
          <p:cNvSpPr/>
          <p:nvPr/>
        </p:nvSpPr>
        <p:spPr>
          <a:xfrm>
            <a:off x="6812692" y="3232052"/>
            <a:ext cx="4003589" cy="2463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8DB28-C1C0-4960-89CA-844BBD29FC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254" y="3461625"/>
            <a:ext cx="3410464" cy="201718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35CE0E2-198A-4AF9-A035-B2C1FA0CE0CB}"/>
              </a:ext>
            </a:extLst>
          </p:cNvPr>
          <p:cNvSpPr/>
          <p:nvPr/>
        </p:nvSpPr>
        <p:spPr>
          <a:xfrm>
            <a:off x="426720" y="1148934"/>
            <a:ext cx="115494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Return: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 statement is used inside a function to exit that function and pass a result back to the        	code that called it.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60E65C-B81B-41F1-8B05-6CABB8114936}"/>
              </a:ext>
            </a:extLst>
          </p:cNvPr>
          <p:cNvSpPr/>
          <p:nvPr/>
        </p:nvSpPr>
        <p:spPr>
          <a:xfrm>
            <a:off x="426720" y="1791548"/>
            <a:ext cx="69280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r>
              <a:rPr lang="en-US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Arguments are used when no value is provided.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360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95514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1349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args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F229F7-F2C5-45D6-BC2B-4C3A586D8DD4}"/>
              </a:ext>
            </a:extLst>
          </p:cNvPr>
          <p:cNvSpPr/>
          <p:nvPr/>
        </p:nvSpPr>
        <p:spPr>
          <a:xfrm>
            <a:off x="517336" y="1560785"/>
            <a:ext cx="113385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r>
              <a:rPr lang="en-US" b="1" dirty="0" err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args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It is a simple syntax that allows a function to accept any number of regular values(like 1,2,3 or 	“Apple” , ”Banana” 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5F3A54-DBCE-4255-9B24-F3F0C3F6640A}"/>
              </a:ext>
            </a:extLst>
          </p:cNvPr>
          <p:cNvSpPr/>
          <p:nvPr/>
        </p:nvSpPr>
        <p:spPr>
          <a:xfrm>
            <a:off x="2776151" y="2529016"/>
            <a:ext cx="5791200" cy="35014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args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Example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A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F2E23E-4888-4654-B4DF-611F0E28AE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713" y="3245709"/>
            <a:ext cx="5288691" cy="258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46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141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admin</cp:lastModifiedBy>
  <cp:revision>15</cp:revision>
  <dcterms:created xsi:type="dcterms:W3CDTF">2026-05-21T06:29:53Z</dcterms:created>
  <dcterms:modified xsi:type="dcterms:W3CDTF">2026-06-17T11:30:31Z</dcterms:modified>
</cp:coreProperties>
</file>